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AgroCloud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Cuaderno agrícola digital para empresas y técnicos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AgroCloud es un cuaderno agrícola digital diseñado para empresas agrícolas modernas.</a:t>
            </a:r>
          </a:p>
          <a:p>
            <a:r>
              <a:t>Registra actividades de campo, controla agroquímicos, gestiona bitácoras y reportes.</a:t>
            </a:r>
          </a:p>
          <a:p>
            <a:r>
              <a:t>Facilita la trazabilidad y digitalización del trabajo agrícola.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Beneficios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Registro digital de actividades</a:t>
            </a:r>
          </a:p>
          <a:p>
            <a:r>
              <a:t>✔ Control de agroquímicos y stock</a:t>
            </a:r>
          </a:p>
          <a:p>
            <a:r>
              <a:t>✔ Seguimiento del trabajo técnico</a:t>
            </a:r>
          </a:p>
          <a:p>
            <a:r>
              <a:t>✔ Reportes automáticos</a:t>
            </a:r>
          </a:p>
          <a:p>
            <a:r>
              <a:t>✔ Trazabilidad y cumplimiento normativo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Características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🔐 Acceso web seguro</a:t>
            </a:r>
          </a:p>
          <a:p>
            <a:r>
              <a:t>👥 Perfiles: Dueño, Técnico, Admin</a:t>
            </a:r>
          </a:p>
          <a:p>
            <a:r>
              <a:t>📄 Formularios personalizables</a:t>
            </a:r>
          </a:p>
          <a:p>
            <a:r>
              <a:t>📊 Dashboard de indicadores</a:t>
            </a:r>
          </a:p>
          <a:p>
            <a:r>
              <a:t>📤 Exportación PDF/Excel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💵 Modelos de Comercialización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Licencia única:</a:t>
            </a:r>
          </a:p>
          <a:p>
            <a:r>
              <a:t>   - Básico: USD $500</a:t>
            </a:r>
          </a:p>
          <a:p>
            <a:r>
              <a:t>   - Profesional: USD $1.500</a:t>
            </a:r>
          </a:p>
          <a:p>
            <a:r>
              <a:t>   - Full: desde USD $3.000</a:t>
            </a:r>
          </a:p>
          <a:p/>
          <a:p>
            <a:r>
              <a:t>🔹 SaaS (Suscripción mensual):</a:t>
            </a:r>
          </a:p>
          <a:p>
            <a:r>
              <a:t>   - Básico: $25 USD/mes</a:t>
            </a:r>
          </a:p>
          <a:p>
            <a:r>
              <a:t>   - Pro: $75 USD/mes</a:t>
            </a:r>
          </a:p>
          <a:p>
            <a:r>
              <a:t>   - Enterprise: A medida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Público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Empresas agrícolas medianas/grandes</a:t>
            </a:r>
          </a:p>
          <a:p>
            <a:r>
              <a:t>- Cooperativas y asociaciones</a:t>
            </a:r>
          </a:p>
          <a:p>
            <a:r>
              <a:t>- Técnicos agrícolas independientes</a:t>
            </a:r>
          </a:p>
          <a:p>
            <a:r>
              <a:t>- Empresas exportadoras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📞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más información o agendar una demo:</a:t>
            </a:r>
          </a:p>
          <a:p>
            <a:r>
              <a:t>📧 contacto@agrocloud.cl</a:t>
            </a:r>
          </a:p>
          <a:p>
            <a:r>
              <a:t>📱 +56 9 1234 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